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 — App Navigation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overview of UI routes after login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6245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307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13075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the application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6596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9397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039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0391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pipeline, live cameras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9748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82549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Stream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7706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camera list (UI; backend camera API optional)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55701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502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Workflows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12080" y="35021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ordered steps per camera → Start Stream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28853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4233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Violation Reports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12080" y="42336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PPE detections + download PDF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89204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02005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4965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Reports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212080" y="49651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per-person SOP events / alerts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562356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623560"/>
            <a:ext cx="91440" cy="65836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5751576"/>
            <a:ext cx="384048" cy="38404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751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80160" y="5696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212080" y="56967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preferences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Navigation Workflow</dc:title>
  <dc:subject>PptxGenJS Presentation</dc:subject>
  <dc:creator>Compliance Monitoring</dc:creator>
  <cp:lastModifiedBy>Compliance Monitoring</cp:lastModifiedBy>
  <cp:revision>1</cp:revision>
  <dcterms:created xsi:type="dcterms:W3CDTF">2026-07-31T05:22:42Z</dcterms:created>
  <dcterms:modified xsi:type="dcterms:W3CDTF">2026-07-31T05:22:42Z</dcterms:modified>
</cp:coreProperties>
</file>